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module6/examples/spi_uvm/README.md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module6/examples/spi_uvm/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6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SPI — UVM+SV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SPI UVM agent: Transaction (SpiTransaction),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 (SpiSequence), driver (SpiDriver), monitor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(S…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Interface: spi_master_if (clk, rst_n, clk_div_tick,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start, data_in, sclk, mosi, cs_n, busy, done) c…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Mode 0 monitoring: SCLK idle low; capture on rising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edge; monitor samples MOSI on each rising SCLK,…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1 (spec → RTL), Module 2 (UVM+SV, uvm_smoke),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Module 5 (SPI protocol + RTL + basic TB).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Verilator, Make, C++ compiler, UVM (UVM_HOME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vendored UVM).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Extend SPI verification to **UVM+SV** — SPI agent (transaction, sequence, driver, monitor, scoreboard); run on Verilator.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6 builds on Module 5 (SPI protocol + RTL 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basic testbench):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SPI UVM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(SpiTransaction): byte to send (data);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monitor fills observed_mosi (reconstructed from…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(SpiSequence): produces directed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 (0x00, 0x01, 0x55, 0xAA, 0xFF).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(SpiDriver): gets transaction, drives start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data_in for one cycle, waits for done.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(SpiMonitor): watches cs_n; when cs_n goes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low, samples MOSI on each rising edge of SCLK (m…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(SpiScoreboard): compares expected (from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test) vs observed_mosi (from monitor).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Mode 0 Timing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SPI mode 0: SCLK idles low; data captured on rising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edge; data changed on falling edge.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Monitor: Waits for cs_n low, then on 8 rising edges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of SCLK captures MOSI into bits [7:0] (MSB firs…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Toolchain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Same as Module 2: Verilator with -sv, --timing,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--trace, UVM include paths, make SIM=verilator TEST…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6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./scripts/module6.sh --check</a:t>
            </a:r>
          </a:p>
        </p:txBody>
      </p:sp>
      <p:pic>
        <p:nvPicPr>
          <p:cNvPr id="4" name="Picture 3" descr="module6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1: SPI UVM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phases and reporting (DRIVER, MONITOR,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checks (expected byte from sequence vs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observed byte on MOSI).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Final scoreboard summary (matches and mismatches).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SPI UVM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./scripts/module6.sh --run</a:t>
            </a:r>
          </a:p>
        </p:txBody>
      </p:sp>
      <p:pic>
        <p:nvPicPr>
          <p:cNvPr id="4" name="Picture 3" descr="ex01_spi_uv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spi_uvm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Trace one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Change the sequence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Optional: Compare to UART UVM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describe the SPI UVM agent and how it maps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SPI (one byte, mode 0 monitoring).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run spi_uvm and interpret UVM output.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Ready for Module 7: I²C protocol + RTL + basic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Extend SPI verification to **UVM+SV** — SPI agent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(transaction, sequence, driver, monitor, scoreboa…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module6/CHECKLIST.md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./scripts/module6.sh --check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I²C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