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docs/MODULE6.md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module6/examples/examples/spi_uvm/README.md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module6/examples/examples/spi_uvm/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SPI — UVM+SV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UVM agent: Transaction (SpiTransaction),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(SpiSequence), driver (SpiDriver),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spi_master_if (clk, rst_n, clk_div_tick,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start, data_in, sclk, mosi, cs_n, busy, done) c…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 monitoring: SCLK idle low; capture on rising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edge; monitor samples MOSI on each rising SCLK,…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(spec → RTL), Module 2 (UVM+SV, uvm_smoke),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5 (SPI protocol + RTL + basic TB).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compiler, UVM (UVM_HOME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Extend SPI verification to **UVM+SV** — SPI agent (transaction, sequence, driver, monitor, scoreboard); run on Verilator.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6 builds on Module 5 (SPI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SPI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SPI_LEARNING_GUIDE.md — what SPI is, how it works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(signals, 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5.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How UVM Maps 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DUT / block hierarchy (see module6/examples/).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SPI DUT (reused from Module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spi_master + clk_div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`module6/examples/spi_uvm/dut/`.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spi_master_if connects UVM to DUT pins.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agent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SpiTransaction = one byte; SpiSequence =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list; SpiDriver waits on `done`.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SpiMonitor samples MOSI on rising SCLK while `cs_n`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is low (Mode 0, MSB first).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SpiScoreboard compares expected vs `observed_mosi`.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Bus vs DUT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validates wire behavior; `done` alone is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sufficient for sign-off.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Mode 0 in the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must use rising-edge capture and falling-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edge change — matches CPOL/CPHA=0.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byte pattern as UART UVM (0x00 … 0xFF)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apples-to-apples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MISO reads, random data, mode parameters — 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[LEARNING_GUIDE §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7](LEARNING_GUIDE_PROTOCOLS_AND_UV…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SPI protocol recap (Mode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`cs_n` frames; 8 SCLK cycles per byte; MSB first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MOSI.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`make SIM=verilator TEST=test_spi_uvm`;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`+UVM_TESTNAME=SpiTest`.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--help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./scripts/module6.sh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SPI UVM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 and reporting (DRIVER,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checks (expected byte from sequence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observed byte on MOSI).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scoreboard summary (matches and mismatches).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SPI UVM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--run</a:t>
            </a:r>
          </a:p>
        </p:txBody>
      </p:sp>
      <p:pic>
        <p:nvPicPr>
          <p:cNvPr id="4" name="Picture 3" descr="spi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SPI UVM agent (transaction,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scoreboard) and mode 0 monitori…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spi_uvm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7: I²C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spi_uvm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Compare to UART UVM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SPI UVM agent and how it maps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 (one byte, mode 0 monitoring).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spi_uvm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7: I²C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 SPI verification to **UVM+SV** — SPI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(transaction, sequence, driver, monitor, scoreboa…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module6/EXAMPLES.md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I²C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