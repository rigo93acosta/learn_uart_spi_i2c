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module3/examples/uart_baseline/README.md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module3/examples/uart_baseline/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3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UART — Protocol + RTL + Basic Testbench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8N1: Start bit (0), 8 data bits (LSB first),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stop bit (1); idle high.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Baud rate: Role of a baud generator (clock divider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baud_tick).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RTL architecture: TX (parallel→serial, shift 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baud_tick), RX (start detect, sample, data_valid),…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TB: Loopback, directed stimulus, and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without UVM.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1 (spec → RTL) and Module 2 (basic TB → UVM,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toolchain).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Verilator, Make, C++ compiler. No UVM required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 uart_baseline example.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Understand the UART protocol (8N1, baud), translate it to RTL (TX, RX, baud gen), and verify with a **basic** (non-UVM) directed testbench.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3 is the first **protocol** module: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UART Protocol (8N1)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Signals: Serial line (tx/rx), idle high; system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clock; baud_tick (one pulse per bit time).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Frame: 1 start bit (0), 8 data bits (LSB first), 1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stop bit (1).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One bit per baud_tick; baud_tick derived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system clock via a divider (e.g. DIVIDER = cl…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Framing: `idle=1` → `start=0` → 8 data bits (LSB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first) → `stop=1`.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Baud math: `DIVIDER = round(clk_hz / baud)`.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Example: 50 MHz clock, 115200 baud → divider ≈ 434.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state: Line idles high, TX not busy, RX clears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internal shift register, `data_valid` 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UART Protocol (8N1)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Errors: `framing_error` when stop bit is not high 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expected sample; optional `parity_error` if pa…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Inputs: `clk`, `rst_n`, `baud_tick`, `start`,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`data_in[7:0]`.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Outputs: `tx`, `busy`.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On `start`, latch `data_in`, drive start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bit low, then shift out bits [0:7] each `baud_ti…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Edge cases: Ignore `start` while `busy` (or queue 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a FIFO if you extend the design).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Inputs: `clk`, `rst_n`, `baud_tick`, `rx`.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UART Protocol (8N1)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Outputs: `data_out[7:0]`, `data_valid` (pulse),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`framing_error`.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Robustness options: Add metastability sync on `rx`;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 oversampling + majority vote; add `rx_ready…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Inputs: `clk`, `rst_n`, `divisor` (constant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 in the baseline).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Output: `baud_tick` high for one cycle every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`divisor` clocks.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 synthesis, keep the counter simple (`divisor-1`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down-counter or up-counter compare). For sim, y…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Data bits: 5–9 data bits are common.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UART Protocol (8N1)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Parity: Even/odd/mark/space; adds a parity bit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before stop.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Stop bits: 1 or 2 stop bits.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Flow control: RTS/CTS hardware pins (outside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serial line) to throttle traffic.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The baseline RTL assumes 8N1 with no parity and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flow control.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RTL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baud_gen: Divides `clk`; outputs `baud_tick`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cycle every DIVIDER cycles.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uart_tx: On `start`, loads `data_in` into shift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register; outputs one bit per `baud_tick` (start, 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uart_rx: Detects start bit (line low), samples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bit per `baud_tick`, reconstructs byte; pulses `…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Basic Testbench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Loopback: Connect TX output to RX input; send bytes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TX, check they appear on RX.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test: Reset release, send 0x55 and 0xAA,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wait for `data_valid`, check `data_out`. Implemen…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3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--check</a:t>
            </a:r>
          </a:p>
        </p:txBody>
      </p:sp>
      <p:pic>
        <p:nvPicPr>
          <p:cNvPr id="4" name="Picture 3" descr="module3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UART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`dut/`: `uart_tx.v`, `uart_rx.v`, `baud_gen.v`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`top_uart_baseline.sv`: Top with loopback; directed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stimulus and checks in initial blocks.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`sim_main.cpp`: C++ harness (clock, reset);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 runs until `$finish`.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UART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--run</a:t>
            </a:r>
          </a:p>
        </p:txBody>
      </p:sp>
      <p:pic>
        <p:nvPicPr>
          <p:cNvPr id="4" name="Picture 3" descr="ex01_uart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uart_baseline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Trace one byte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Baud and divider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Optional: Waveforms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describe UART 8N1 (start bit, 8 data LSB first,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stop bit) and the role of baud_tick.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explain the role of uart_tx, uart_rx,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baud_gen in the RTL.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run uart_baseline and interpret the loopback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 result.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Ready for Module 4: UART UVM+SV verification.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the UART protocol (8N1, baud), translate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it to RTL (TX, RX, baud gen), and verify with 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module3/CHECKLIST.md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./scripts/module3.sh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UART UVM+SV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