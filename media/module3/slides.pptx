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docs/MODULE3.md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module3/examples/examples/uart_baseline/README.md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module3/examples/examples/uart_baseline/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UART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8N1: Start bit (0), 8 data bits (LSB first),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 (1); idle high.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rate: Role of a baud generator (clock divider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architecture: TX (parallel→serial, shift 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baud_tick), RX (start detect, sample, data_valid),…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TB: Loopback, directed stimulus, and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UVM.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 and Module 2 (basic TB → UVM,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toolchain).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uart_baseline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UART protocol (8N1, baud), translate it to RTL (TX, RX, baud gen), and verify with a **basic** (non-UVM) directed testbench.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3 is the first **protocol** module: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UART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UART_LEARNING_GUIDE.md — what UART is, what kind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 Use Ba…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DUT / block hierarchy (see module3/examples/).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Block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top_uart_baseline → `baud_gen`, `uart_tx`,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`uart_rx`; sim_main.cpp drives `clk`/`rst_n` 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Loopback: `assign rx = tx` — one wire connects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transmitter to receiver.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RTL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baud_gen: `DIVIDER` → `baud_tick` every N clocks;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shared by TX and RX.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uart_tx: parallel-in / serial-out; start + 8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(LSB first) + stop; `busy` during frame.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uart_rx: start detect, sample per `baud_tick`,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`data_valid` + optional `framing_error`.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Timing and clocking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`clk` domain; async `rst_n`; all bit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referenced to `baud_tick`.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Verification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Prove RTL implements UART 8N1 before UVM (Module 4).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Happy-path loopback: bytes sent on TX appear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correctly on RX.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Baseline directed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`initial` block — `start`, `data_in`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(0x55, 0xAA).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`wait(data_valid)`; compare `data_out`;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`$error` / `$display`.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UVM: pin wiggling only — fastest way to learn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on real RTL.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Coverage gaps (defer to Module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baud, framing errors, `busy` back-to-back,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functional coverage.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 checks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[UART_LEARNING_GUIDE.md](UART_LEARNING_GUIDE.md)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bullets.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Serial line (tx/rx), idle high;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clock; baud_tick (one pulse per bit time).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Frame: 1 start bit (0), 8 data bits (LSB first), 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 (1).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One bit per baud_tick; baud_tick derived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system clock via a divider (e.g. DIVIDER = cl…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Framing: `idle=1` → `start=0` → 8 data bits (LSB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first) → `stop=1`.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math: `DIVIDER = round(clk_hz / baud)`.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Example: 50 MHz clock, 115200 baud → divider ≈ 434.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state: Line idles high, TX not busy, RX clears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internal shift register, `data_valid` 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Errors: `framing_error` when stop bit is not high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sample; optional `parity_error` if pa…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`start`,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`data_in[7:0]`.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`tx`, `busy`.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On `start`, latch `data_in`, drive start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 low, then shift out bits [0:7] each `baud_ti…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Edge cases: Ignore `start` while `busy` (or queue 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a FIFO if you extend the design).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`baud_tick`, `rx`.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`data_out[7:0]`, `data_valid` (pulse),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`framing_error`.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Robustness options: Add metastability sync on `rx`;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 oversampling + majority vote; add `rx_ready…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Inputs: `clk`, `rst_n`, `divisor` (constant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 in the baseline).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Output: `baud_tick` high for one cycle every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`divisor` clocks.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synthesis, keep the counter simple (`divisor-1`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down-counter or up-counter compare). For sim, 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bits: 5–9 data bits are common.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(8N1)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Parity: Even/odd/mark/space; adds a parity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stop.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 bits: 1 or 2 stop bits.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Flow control: RTS/CTS hardware pins (outside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 line) to throttle traffic.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baseline RTL assumes 8N1 with no parity and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flow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Hands-on testbench (uart_baseline)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Loopback: Connect TX output to RX input; send bytes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TX, check they appear on RX.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Reset release, send 0x55 and 0xAA,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 for `data_valid`, check `data_out`. Implemen…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flow: `wait(rst_n)` → pulse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`start`/`data_in` → `wait(!busy)`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`wait(data_valid)` → com…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--help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UART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`dut/`: `uart_tx.v`, `uart_rx.v`, `baud_gen.v`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`top_uart_baseline.sv`: Top with loopback;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 and checks in initial blocks.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`sim_main.cpp`: C++ harness (clock, reset);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runs until `$finish`.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UART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--run</a:t>
            </a:r>
          </a:p>
        </p:txBody>
      </p:sp>
      <p:pic>
        <p:nvPicPr>
          <p:cNvPr id="4" name="Picture 3" descr="uar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UART 8N1 frame and baud timing.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the role of uart_tx, uart_rx, and baud_gen.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uart_baseline example and interpret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loopback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4: UART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uart_baseline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byte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Baud and divider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UART 8N1 (start bit, 8 data LSB first,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stop bit) and the role of baud_tick.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uart_tx, uart_rx,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baud_gen in the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uart_baseline and interpret the loopback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4: UART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UART protocol (8N1, baud), translate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 to RTL (TX, RX, baud gen), and verify with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module3/EXAMPLES.md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UART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