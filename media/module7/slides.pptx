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docs/MODULE7.md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module7/examples/examples/i2c_baseline/README.md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module7/examples/examples/i2c_baseline/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I²C — Protocol + RTL + Basic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 block architecture: `clk_div` + `i2c_master` FSM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(START → addr → data → STOP).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Baseline verification: Directed writes plus inline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bus monitor (sample SDA on rising SCL).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vs simplification: Real open-drain/ACK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this repo’s push-pull teaching model.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to Module 8: Same DUT with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monitor/scoreboard on address and data phases.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1–6.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Verilator, Make, C++ compiler. No UVM required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this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the I²C protocol (start/stop, addressing, ACK/NACK), translate it to RTL (simple master + timing), and verify with a **basic** (…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7 is the I²C **protocol + RTL +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testbench** module (UVM comes in Module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the detailed I²C learning guide: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I2C_LEARNING_GUIDE.md — what I²C is, what kind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(s…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the protocols + UVM overview: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LEARNING_GUIDE_PROTOCOLS_AND_UVM.md — Part B § 4.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to Use Ba…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DUT / block hierarchy (see module7/examples/).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Block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top_i2c_baseline → `clk_div` + `i2c_master`;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`clk`/`rst_n`.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I²C master FSM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States: IDLE → START → ADDR_BITS → DATA_BITS → STOP.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teaching write: 7-bit `addr` + data byte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`scl`/`sda` (push-pull model).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Teaching vs real I²C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open-drain, ACK/NACK, or arbitration in baseline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learn sequencing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Inline bus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 module detects START; samples SDA on rising SCL;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rebuilds addr+W and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Self-check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captured bytes to driven `addr`/`data_in`;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print `I2C baseline test PASS`.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Path to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Move monitor into I2cMonitor; scoreboard splits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 and data phases.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I²C Protocol Essentials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 idle: SCL=1, SDA=1.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START: SDA goes 1→0 while SCL is 1.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STOP: SDA goes 0→1 while SCL is 1.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 phase: 7-bit address + R/W bit (0=write,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1=read) sent MSB first.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phase: 8-bit data bytes sent MSB first.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ACK/NACK (concept): receiver pulls SDA low for 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the 9th clock; high means NACK.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Hands-on testbench (i2c_baseline)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Stimulus: `start`, `addr`, `data_in`, `wait(done)`.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Monitor/self-check: reconstruct address+W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SCL/SDA; compare to expected.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--help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I²C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Drives a single write transaction (START → address+W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data → STOP)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Includes a simple bus monitor that samples SDA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SCL rising edges to reconstruct bytes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UVM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I²C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--run</a:t>
            </a:r>
          </a:p>
        </p:txBody>
      </p:sp>
      <p:pic>
        <p:nvPicPr>
          <p:cNvPr id="4" name="Picture 3" descr="i2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i2c_baseline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 one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describe I²C START, STOP, address+R/W,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 (and ACK/NACK concept).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the role of i2c_master and clk_div; know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baseline uses push-pull (simplified).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run i2c_baseline and interpret the test result.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Ready for Module 8: I²C UVM+SV 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the I²C protocol (start/stop, addressing,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ACK/NACK), translate it to RTL (simple master…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I²C UVM+SV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learn_uart_spi_i2c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