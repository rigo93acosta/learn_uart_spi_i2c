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MODULE7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module7/examples/i2c_baseline/README.md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module7/examples/i2c_baseline/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7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I²C — Protocol + RTL +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START/STOP are detected/produced (SDA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transitions while SCL high).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the address + R/W bit and data bytes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serialized on SDA.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to build a basic “bus monitor” that reconstructs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bytes by sampling SDA on SCL rising edges.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1–6.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Verilator, Make, C++ compiler. No UVM required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this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the I²C protocol (start/stop, addressing, ACK/NACK), translate it to RTL (simple master + timing), and verify with a **basic** (…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7 is the I²C **protocol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testbench** module (UVM comes in Module 8).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I²C Protocol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 idle: SCL=1, SDA=1.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START: SDA goes 1→0 while SCL is 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STOP: SDA goes 0→1 while SCL is 1.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Address phase: 7-bit address + R/W bit (0=write,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1=read) sent MSB first.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phase: 8-bit data bytes sent MSB first.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ACK/NACK (concept): receiver pulls SDA low for 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the 9th clock; high means NACK.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RTL Architecture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clk_div: Divides `clk` to produce `clk_div_tick`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used to toggle/advance SCL timing.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i2c_master: State machine that generates: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START condition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address+W bits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data byte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STOP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Basic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Stimulus: Pulses `start`, sets `addr` and `data_in`,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waits for `done`.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Monitor/self-check: Detects START, then samples SDA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each rising edge of SCL to reconstruct: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8 bits of address+W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8 bits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7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--check</a:t>
            </a:r>
          </a:p>
        </p:txBody>
      </p:sp>
      <p:pic>
        <p:nvPicPr>
          <p:cNvPr id="4" name="Picture 3" descr="module7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I²C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Drives a single write transaction (START → address+W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→ data → STOP)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Includes a simple bus monitor that samples SDA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SCL rising edges to reconstruct bytes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 UVM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I²C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./scripts/module7.sh --run</a:t>
            </a:r>
          </a:p>
        </p:txBody>
      </p:sp>
      <p:pic>
        <p:nvPicPr>
          <p:cNvPr id="4" name="Picture 3" descr="ex01_i2c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i2c_baseline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 one transfer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Bus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I²C START, STOP, address+R/W, and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phase (and ACK/NACK concept).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the role of i2c_master and clk_div; know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baseline uses push-pull (simplified).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i2c_baseline and interpret the test result.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for Module 8: I²C UVM+SV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the I²C protocol (start/stop, addressing,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ACK/NACK), translate it to RTL (simple master…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module7/CHECKLIST.md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./scripts/module7.sh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I²C UVM+SV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