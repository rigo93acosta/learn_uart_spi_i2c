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docs/MODULE8.md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module8/examples/examples/i2c_uvm/README.md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module8/examples/examples/i2c_uvm/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8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I²C — UVM+SV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I²C UVM agent: I2cTransaction, I2cSequence,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I2cDriver, I2cMonitor, I2cScoreboard.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Interface: i2c_if (clk, rst_n, start, addr, data_in,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scl, sda, clk_div_tick, busy, done) connects U…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How to hook up a UVM monitor and scoreboard to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bus-oriented DUT.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7 (I²C protocol + RTL + basic TB).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Verilator, Make, C++ compiler, UVM (UVM_HOME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vendored UVM).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Extend I²C verification to **UVM+SV** — I²C agent (transaction, sequence, driver, monitor, scoreboard); run on Verilator.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8 builds on Module 7 (I²C protocol + RTL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basic testbench):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the detailed I²C learning guide: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I2C_LEARNING_GUIDE.md — what I²C is, how it works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(START/STOP…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the protocols + UVM overview: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LEARNING_GUIDE_PROTOCOLS_AND_UVM.md — Part B § 5.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How UVM Maps 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/ block architecture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8: DUT / block hierarchy (see module8/examples/).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environment architecture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8: UVM layers, agents, and checkers for this phase.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I²C DUT (reused from Module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i2c_master + clk_div; i2c_if for UVM connection.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Wire sequence: START → address+W → data → STOP.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I2cTransaction holds `addr` + `data`; monitor fills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`observed_*`.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I2cMonitor reimplements baseline bus sampling inside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I2cScoreboard checks address and data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independently.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Course capstone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UART (async), SPI (SCLK+CS), I²C (shared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bus) — same UVM skeleton, different monitors.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Testing and closure flow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8: how tests, checks, and metrics close verification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Two-phase scoreboard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Separate checks for address+W byte and data byte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catches shifted or merged fields.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Reuse baseline monitor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7 inline monitor → Module 8 I2cMonitor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scalable tests.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Extensions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ACK/NACK, reads, multi-master — [LEARNING_GUIDE §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8](LEARNING_GUIDE_PROTOCOLS_AND_UVM.md#8-i2c-uvm-…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I²C protocol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START/STOP on SCL high; MSB-first address and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 SDA.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Toolchain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`make SIM=verilator TEST=test_i2c_uvm`;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`+UVM_TESTNAME=test_i2c_uvm`.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8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--help</a:t>
            </a:r>
          </a:p>
        </p:txBody>
      </p:sp>
      <p:pic>
        <p:nvPicPr>
          <p:cNvPr id="4" name="Picture 3" descr="module8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I²C UVM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 and reporting (DRIVER, MONITOR,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checks (expected vs observed address+data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the bus).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Final scoreboard summary (matches and mismatches).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I²C UVM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--run</a:t>
            </a:r>
          </a:p>
        </p:txBody>
      </p:sp>
      <p:pic>
        <p:nvPicPr>
          <p:cNvPr id="4" name="Picture 3" descr="i2c_u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Describe the I²C UVM agent and how I2cMonitor maps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SCL/SDA behavior.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Explain two-phase scoreboard checking (address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data).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`i2c_uvm` and interpret UVM / scoreboard output.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verification architecture across UART, SPI,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I²C modules in this course.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i2c_uvm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 one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Change the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across protocols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describe the I²C UVM agent and how it maps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I²C (addr+data, monitor on SCL/SDA).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run i2c_uvm and interpret UVM output.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compare UVM structure across UART, SPI, and I²C.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 I²C verification to **UVM+SV** — I²C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(transaction, sequence, driver, monitor, scoreboa…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module8/CHECKLIST.md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module8/EXAMPLES.md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