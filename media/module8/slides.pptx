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module8/examples/i2c_uvm/README.md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module8/examples/i2c_uvm/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8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I²C — UVM+SV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I²C UVM agent: I2cTransaction, I2cSequence,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I2cDriver, I2cMonitor, I2cScoreboard.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Interface: i2c_if (clk, rst_n, start, addr, data_in,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scl, sda, clk_div_tick, busy, done) connects U…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 to hook up a UVM monitor and scoreboard to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bus-oriented DUT.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7 (I²C protocol + RTL + basic TB).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Verilator, Make, C++ compiler, UVM (UVM_HOME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vendored UVM).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Extend I²C verification to **UVM+SV** — I²C agent (transaction, sequence, driver, monitor, scoreboard); run on Verilator.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8 builds on Module 7 (I²C protocol + RTL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basic testbench):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I²C UVM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(I2cTransaction): address and data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write; monitor fills observed_addr/observed_data.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(I2cSequence): produces directed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 (e.g. same addr, different data bytes).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(I2cDriver): gets transaction, drives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start/addr/data_in for one cycle, waits for done.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(I2cMonitor): watches SCL/SDA; after START,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samples SDA on rising SCL to reconstruct 8 bits…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(I2cScoreboard): compares expected (from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test) vs observed_addr/observed_data.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as Module 6 (SPI UVM): Verilator with -sv,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--timing, --trace, UVM include paths, `make SIM=ver…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8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--check</a:t>
            </a:r>
          </a:p>
        </p:txBody>
      </p:sp>
      <p:pic>
        <p:nvPicPr>
          <p:cNvPr id="4" name="Picture 3" descr="module8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I²C UVM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phases and reporting (DRIVER, MONITOR,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checks (expected vs observed address+data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the bus).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Final scoreboard summary (matches and mismatches).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I²C UVM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--run</a:t>
            </a:r>
          </a:p>
        </p:txBody>
      </p:sp>
      <p:pic>
        <p:nvPicPr>
          <p:cNvPr id="4" name="Picture 3" descr="ex01_i2c_u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i2c_uvm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 one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Change the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across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describe the I²C UVM agent and how it maps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I²C (addr+data, monitor on SCL/SDA).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i2c_uvm and interpret UVM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compare UVM structure across UART, SPI, and I²C.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Extend I²C verification to **UVM+SV** — I²C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(transaction, sequence, driver, monitor, scoreboa…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module8/CHECKLIST.md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./scripts/module8.sh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