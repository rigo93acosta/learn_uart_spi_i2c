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docs/MODULE2.md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docs/MODULE2.md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module2/examples/examples/uvm_smoke/README.md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module2/examples/examples/uvm_smoke/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MODULE2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2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Design &amp; Verification Methodology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TB vs UVM: From “wiggle pins and check”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“transaction → sequence → driver/monitor → scorebo…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building blocks: Transaction (sequence item),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sequence, driver, monitor, scoreboard, agent, env…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Toolchain: UVM_HOME, include paths, Verilator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(`-sv`, `--timing`, `--trace`), and `make SIM=v…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1 completed (spec → RTL flow, spec_to_rtl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run).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(5.036+)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GNU Make and C++ compiler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UVM: UVM_HOME set (must contain `src/uvm_pkg.sv`)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vendored UVM in the repo (see uvm_smoke Makefi…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basic testbench patterns (directed tests, pin wiggling), the evolution to a UVM+SV testbench (agents, sequences, drivers, monito…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2 builds on Module 1 (spec → RTL) by focusing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on **how we verify**: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 1 — run `spec_to_rtl` and understand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spec → RTL → directed check.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this module’s Design Architecture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sections before `uvm_smoke`.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UVM_HOME (or use vendored UVM under `tools/`)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see Command Reference.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`uvm_smoke` and trace one transaction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 → driver → DUT → monitor → scoreboard.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DUT / block hierarchy (see module2/examples/).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DUT and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simple_register.v: `enable`, `d`, `q` — minimal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storage for learning UVM data flow.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reg_if: virtual interface bundling `clk`, `rst_n`,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`enable`, `d`, `q` for the 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component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RegTransaction → one write operation (data + enable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+ observed q).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RegSequence → stream of directed transactions.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RegDriver / RegMonitor → drive pins / sample pins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each cycle.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RegScoreboard → expected queue vs observed.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RegAgent, RegEnv, RegTest — standard UVM layering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used again in Modules 4, 6, 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Build and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compiles SV + UVM + C++; `+UVM_TESTNAME`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selects the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Phases: build → connect → run (objections hold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until sequence completes).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2: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Transaction-level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is a transaction (what to write), not raw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pin wiggles in `initial` blocks.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The monitor reconstructs what happened on the bus;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 scoreboard compares to expected.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Directed regression in uvm_smoke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Fixed sequence: 0x00, 0x01, 0x55, 0xAA, 0xFF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repeatable, easy to debug.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criteria: scoreboard reports matches, zero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mismatches.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Skills you reuse on UART/SPI/I²C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Same agent pattern; only the transaction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timing in driver/monitor change.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UVM log lines: DRIVER, MONITOR, SCOREBOARD,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final summary.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Basic Testbench (Directed Tests, Pin Wiggling)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test: Drive specific inputs (e.g., reset,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then a fixed sequence of data) and check expecte…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Pin wiggling: The testbench directly drives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samples DUT pins (clock, reset, data, enable) — no…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Evolution to UVM+SV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Sequence: Produces a stream of transactions (e.g.,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few directed values: 0x00, 0x01, 0x55, 0xAA, 0…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Driver: Gets transactions from the sequencer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drives the DUT interface (e.g., set enable and d o…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Monitor: Observes the DUT interface and turns pin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activity into transactions, then sends them to th…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Scoreboard: Compares “expected” (what we sent)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“observed” (what the monitor saw). Reports matche…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Agent: Groups driver, monitor, and sequencer for one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interface. Env: Contains agent(s) and scoreboa…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Toolchain (Verilator, UVM_HOME, Make)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Verilator: Compiles SystemVerilog (including UVM)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C++ into an executable. Key flags: `-sv`, `--ti…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UVM_HOME: Points to the UVM library root; the build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uses `$(UVM_HOME)/src/uvm_pkg.sv` and `+incdir+…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Make: One target to compile (Verilator + make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obj_dir), one to run (`./obj_dir/Vtest_uvm_smoke +…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Environment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verilator --version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Build and run uvm_smoke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cd module2/examples/uvm_smoke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script (from repo root)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./scripts/module2.sh --check # Environment + UVM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 dirs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2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--help</a:t>
            </a:r>
          </a:p>
        </p:txBody>
      </p:sp>
      <p:pic>
        <p:nvPicPr>
          <p:cNvPr id="4" name="Picture 3" descr="module2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./scripts/module2.sh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UVM smoke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 and reporting (DRIVER,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messages).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sequence: a few data values (0x00, 0x01,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0x55, 0xAA, 0xFF) driven and checked.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Final scoreboard summary (matches/mismatches).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UVM smoke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./scripts/module2.sh --run</a:t>
            </a:r>
          </a:p>
        </p:txBody>
      </p:sp>
      <p:pic>
        <p:nvPicPr>
          <p:cNvPr id="4" name="Picture 3" descr="uvm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basic testbench (directed tests, pin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wiggling) and how it evolves into UVM (transaction,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the role of transaction, sequence, driver,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monitor, scoreboard, agent, env, and test in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uvm_smoke example (make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TEST=test_uvm_smoke) and interpret UVM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the toolchain: Verilator, UVM_HOME, Make; know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why `-sv`, `--timing`, and include paths are nee…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 ready for Module 3: UART protocol + RTL + basic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(non-UVM) testbench.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uvm_smoke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Traceability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Change the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Optional: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basic TB vs UVM (transaction, sequence,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driver, monitor, scoreboard).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describe the role of UVM_HOME, Verilator flags,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Make in building/running a UVM test.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run uvm_smoke and interpret the output.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Ready to move to Module 3 (UART protocol + RTL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basic testbench).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basic testbench patterns (directed tests,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pin wiggling), the evolution to a UVM+SV testb…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module2/CHECKLIST.md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module2/EXAMPLES.md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UART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learn_uart_spi_i2c / Module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