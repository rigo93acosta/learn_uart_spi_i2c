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detail in docs/MODULE2.md command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detail in docs/MODULE2.md command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detail in docs/MODULE2.md command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module2/examples/uvm_smoke/README.md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module2/examples/uvm_smoke/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2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Design &amp; Verification Methodology (Part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TB vs UVM: From “wiggle pins and check”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“transaction → sequence → driver/monitor → scorebo…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building blocks: Transaction (sequence item),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sequence, driver, monitor, scoreboard, agent, env…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Toolchain: UVM_HOME, include paths, Verilator flags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(`-sv`, `--timing`, `--trace`), and `make SIM=v…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1 completed (spec → RTL flow, spec_to_rtl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example run).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(5.036+)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GNU Make and C++ compiler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UVM: UVM_HOME set (must contain `src/uvm_pkg.sv`)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vendored UVM in the repo (see uvm_smoke Makefi…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Understand basic testbench patterns (directed tests, pin wiggling), the evolution to a UVM+SV testbench (agents, sequences, drivers, monito…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2 builds on Module 1 (spec → RTL) by focusing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on **how we verify**: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Basic Testbench (Directed Tests, Pin Wiggling)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Directed test: Drive specific inputs (e.g., reset,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then a fixed sequence of data) and check expecte…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Pin wiggling: The testbench directly drives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samples DUT pins (clock, reset, data, enable) — no…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Evolution to UVM+SV Testbench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Sequence: Produces a stream of transactions (e.g., 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few directed values: 0x00, 0x01, 0x55, 0xAA, 0…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Driver: Gets transactions from the sequencer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drives the DUT interface (e.g., set enable and d o…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Monitor: Observes the DUT interface and turns pin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activity into transactions, then sends them to th…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Scoreboard: Compares “expected” (what we sent) vs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“observed” (what the monitor saw). Reports matche…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Agent: Groups driver, monitor, and sequencer for 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interface. Env: Contains agent(s) and scoreboa…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Toolchain (Verilator, UVM_HOME, Make)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Verilator: Compiles SystemVerilog (including UVM) 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C++ into an executable. Key flags: `-sv`, `--ti…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UVM_HOME: Points to the UVM library root; the build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uses `$(UVM_HOME)/src/uvm_pkg.sv` and `+incdir+…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Make: One target to compile (Verilator + make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obj_dir), one to run (`./obj_dir/Vtest_uvm_smoke +…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Command reference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Environment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--version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Build and run uvm_smoke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cd module2/examples/uvm_smoke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script (from repo root)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./scripts/module2.sh --check # Environment + UVM 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example dirs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2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./scripts/module2.sh --check</a:t>
            </a:r>
          </a:p>
        </p:txBody>
      </p:sp>
      <p:pic>
        <p:nvPicPr>
          <p:cNvPr id="4" name="Picture 3" descr="module2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1: UVM smoke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phases and reporting (DRIVER, MONITOR,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 messages).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Directed sequence: a few data values (0x00, 0x01,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0x55, 0xAA, 0xFF) driven and checked.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Final scoreboard summary (matches/mismatches).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UVM smoke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./scripts/module2.sh --run</a:t>
            </a:r>
          </a:p>
        </p:txBody>
      </p:sp>
      <p:pic>
        <p:nvPicPr>
          <p:cNvPr id="4" name="Picture 3" descr="ex01_uvm_sm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uvm_smoke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Traceability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Change the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Optional: Waveforms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explain basic TB vs UVM (transaction, sequence,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driver, monitor, scoreboard).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describe the role of UVM_HOME, Verilator flags,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Make in building/running a UVM test.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run uvm_smoke and interpret the output.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Ready to move to Module 3 (UART protocol + RTL 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basic testbench).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basic testbench patterns (directed tests,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pin wiggling), the evolution to a UVM+SV testb…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module2/CHECKLIST.md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./scripts/module2.sh --check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UART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