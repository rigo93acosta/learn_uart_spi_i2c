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docs/MODULE4.md — read guides before running demos.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Design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Design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Design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Verification &amp; Testing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Verification &amp; Testing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Verification &amp; Testing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from course repository root.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module4/examples/examples/uart_uvm/README.md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module4/examples/examples/uart_uvm/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Learning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  <a:defRPr sz="4000" b="1">
                <a:solidFill>
                  <a:srgbClr val="1A1A2E"/>
                </a:solidFill>
                <a:latin typeface="Calibri"/>
              </a:defRPr>
            </a:pPr>
            <a:r>
              <a:t>Module 4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  <a:defRPr sz="2600" b="0">
                <a:solidFill>
                  <a:srgbClr val="333333"/>
                </a:solidFill>
                <a:latin typeface="Calibri"/>
              </a:defRPr>
            </a:pPr>
            <a:r>
              <a:t>UART — UVM+SV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UART UVM agent: Transaction (UartTxTransaction),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sequence (UartTxSequence), driver (UartTxDriver),…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Interface: uart_tx_if (clk, rst_n, start, data, tx,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baud_tick) connects UVM to DUT.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Loopback check: TX path (driver → DUT → monitor →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scoreboard) and RX path (DUT rx_valid/rx_data → s…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Prerequisites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Module 1 (spec → RTL), Module 2 (UVM+SV, uvm_smoke),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Module 3 (UART protocol + RTL + basic TB).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Verilator, Make, C++ compiler, UVM (UVM_HOME 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vendored UVM).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Learning path</a:t>
            </a:r>
          </a:p>
        </p:txBody>
      </p:sp>
      <p:pic>
        <p:nvPicPr>
          <p:cNvPr id="3" name="Picture 2" descr="learning_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8128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1200" b="0">
                <a:solidFill>
                  <a:srgbClr val="333333"/>
                </a:solidFill>
                <a:latin typeface="Calibri"/>
              </a:defRPr>
            </a:pPr>
            <a:r>
              <a:t>Extend UART verification to **UVM+SV** — UART agent (transaction, sequence, driver, monitor, scoreboard); run on Verilator.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Module 4 builds on Module 3 (UART protocol + RTL +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basic testbench):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How to learn this module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Suggested learning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Read the detailed UART learning guide: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UART_LEARNING_GUIDE.md — what UART is, how it works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(frame,…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Read the protocols + UVM overview: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LEARNING_GUIDE_PROTOCOLS_AND_UVM.md — Part B § 5.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How UVM Maps t…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Design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RTL / block architecture</a:t>
            </a:r>
          </a:p>
        </p:txBody>
      </p:sp>
      <p:pic>
        <p:nvPicPr>
          <p:cNvPr id="3" name="Picture 2" descr="rtl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8128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1200" b="0">
                <a:solidFill>
                  <a:srgbClr val="333333"/>
                </a:solidFill>
                <a:latin typeface="Calibri"/>
              </a:defRPr>
            </a:pPr>
            <a:r>
              <a:t>Module 4: DUT / block hierarchy (see module4/examples/).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Verification environment architecture</a:t>
            </a:r>
          </a:p>
        </p:txBody>
      </p:sp>
      <p:pic>
        <p:nvPicPr>
          <p:cNvPr id="3" name="Picture 2" descr="verification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8128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1200" b="0">
                <a:solidFill>
                  <a:srgbClr val="333333"/>
                </a:solidFill>
                <a:latin typeface="Calibri"/>
              </a:defRPr>
            </a:pPr>
            <a:r>
              <a:t>Module 4: UVM layers, agents, and checkers for this phase.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UART DUT (reused from Module 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dut/: `uart_tx`, `uart_rx`, `baud_gen` — identical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RTL to `uart_baseline`.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Loopback in top: `rx = tx` for closed-loop checking.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Why reuse: Upgrade verification (UVM) without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touching proven RTL.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UVM testbench hierarchy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uart_tx_if: virtual interface for driver/monitor.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UartTxTransaction / Sequence / Driver / Monitor /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Scoreboard / Agent / Env / Test — same pattern as…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Monitor reconstructs bytes from the serial `tx` line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using UART 8N1 rules.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Dual check paths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TX path: sequence → driver → DUT → monitor →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scoreboard (`observed_tx`).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RX path: loopback into `uart_rx`; `check_rx_byte()`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when `data_valid` asserts.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Verification &amp; testing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Testing and closure flow</a:t>
            </a:r>
          </a:p>
        </p:txBody>
      </p:sp>
      <p:pic>
        <p:nvPicPr>
          <p:cNvPr id="3" name="Picture 2" descr="testing_meth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8128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1200" b="0">
                <a:solidFill>
                  <a:srgbClr val="333333"/>
                </a:solidFill>
                <a:latin typeface="Calibri"/>
              </a:defRPr>
            </a:pPr>
            <a:r>
              <a:t>Module 4: how tests, checks, and metrics close verification goals.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Directed UART regression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Sequence sends 0x00, 0x01, 0x55, 0xAA, 0xFF —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repeatable regression before randomization.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Scoreboard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Expected queue loaded in test; compare to monitor-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reconstructed TX and to RX hook data.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Fail fast on mismatch; read UVM SCOREBOARD summary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at end of run.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What to add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Random baud, framing-error injection, coverage 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`busy` / `data_valid`.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See [LEARNING_GUIDE_PROTOCOLS_AND_UVM.md §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6](LEARNING_GUIDE_PROTOCOLS_AND_UVM.md#6-uart-uvm-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mappin…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Syllabus topics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UART protocol recap (8N1)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One byte = start (0) + 8 data (LSB first) + stop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(1); `baud_tick` times each bit.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Driver/monitor must follow the same rules as the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RTL.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Toolchain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Verilator `-sv`, `--timing`, UVM includes; `make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SIM=verilator TEST=test_uart_uvm`; `+UVM_TESTNAME=…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Hands-on 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Module 4 self-check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./scripts/module4.sh --help</a:t>
            </a:r>
          </a:p>
        </p:txBody>
      </p:sp>
      <p:pic>
        <p:nvPicPr>
          <p:cNvPr id="4" name="Picture 3" descr="module4_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Exercise scaffold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./scripts/module4.sh --scaffold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Example 1: UART UVM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UVM phases and reporting (DRIVER, MONITOR,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SCOREBOARD).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TX and RX scoreboard checks (TX: monitor observes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serial line; RX: loopback byte checked via scoreb…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Final scoreboard summary (TX/RX matches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mismatches).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UART UVM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./scripts/module4.sh --run</a:t>
            </a:r>
          </a:p>
        </p:txBody>
      </p:sp>
      <p:pic>
        <p:nvPicPr>
          <p:cNvPr id="4" name="Picture 3" descr="uart_uv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4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Practice &amp;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What you should know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Describe the UART UVM agent (transaction, sequence,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driver, monitor, scoreboard).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Explain loopback (TX→RX) and how TX and RX are both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checked in the scoreboard.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Run the uart_uvm example and interpret UVM output.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Ready for Module 5: SPI protocol + RTL + basic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testbench.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4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Exercises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Run uart_uvm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Trace one transaction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Change the sequence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Optional: Loopback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4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Assessment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describe the UART UVM agent: transaction (one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byte), sequence, driver, monitor, scoreboard.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explain loopback and how TX and RX are both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checked.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run uart_uvm and interpret UVM output (phases,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scoreboard summary).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Ready for Module 5: SPI protocol + RTL + basic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testbench.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Summary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Extend UART verification to **UVM+SV** — UART agent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(transaction, sequence, driver, monitor, scoreb…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Complete module4/CHECKLIST.md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Review module4/EXAMPLES.md and run each lab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Next: SPI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