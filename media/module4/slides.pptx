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module4/examples/uart_uvm/README.md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module4/examples/uart_uvm/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4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UART — UVM+SV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UVM agent: Transaction (UartTxTransaction),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(UartTxSequence), driver (UartTxDriver),…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Interface: uart_tx_if (clk, rst_n, start, data, tx,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baud_tick) connects UVM to DUT.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check: TX path (driver → DUT → monitor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scoreboard) and RX path (DUT rx_valid/rx_data → 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1 (spec → RTL), Module 2 (UVM+SV, uvm_smoke),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 3 (UART protocol + RTL + basic TB).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Verilator, Make, C++ compiler, UVM (UVM_HOME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vendored UVM).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Extend UART verification to **UVM+SV** — UART agent (transaction, sequence, driver, monitor, scoreboard); run on Verilator.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4 builds on Module 3 (UART protocol + RTL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basic testbench):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UART UVM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(UartTxTransaction): byte to send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(data); monitor fills observed_tx (reconstructed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(UartTxSequence): produces directed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 (0x00, 0x01, 0x55, 0xAA, 0xFF).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(UartTxDriver): gets transaction, drives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 and data for one cycle, waits 10 baud_ticks (…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(UartTxMonitor): watches tx line for start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bit, samples 8 data bits per baud_tick, writes 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(UartTxScoreboard): compares expected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(from test) vs observed_tx (from monitor); also ch…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Loopback and RX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Loopback: TX output (vif.tx) is connected to RX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input (dut_rx.rx). Bytes sent by driver are receive…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RX hook: An initial block in the top looks up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and calls check_rx_byte(rx_data) when…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Toolchain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as Module 2: Verilator with -sv, --timing,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--trace, UVM include paths, make SIM=verilator TEST…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4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--check</a:t>
            </a:r>
          </a:p>
        </p:txBody>
      </p:sp>
      <p:pic>
        <p:nvPicPr>
          <p:cNvPr id="4" name="Picture 3" descr="module4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UART UVM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 and reporting (DRIVER, MONITOR,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TX and RX scoreboard checks (TX: monitor observes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serial line; RX: loopback byte checked via scoreb…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Final scoreboard summary (TX/RX matches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mismatches).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UART UVM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--run</a:t>
            </a:r>
          </a:p>
        </p:txBody>
      </p:sp>
      <p:pic>
        <p:nvPicPr>
          <p:cNvPr id="4" name="Picture 3" descr="ex01_uart_u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uart_uvm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 one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Change the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Optional: Loopback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describe the UART UVM agent: transaction (one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byte), sequence, driver, monitor, scoreboard.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explain loopback and how TX and RX are both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run uart_uvm and interpret UVM output (phases,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summary).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Ready for Module 5: SPI protocol + RTL + basic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Extend UART verification to **UVM+SV** — UART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(transaction, sequence, driver, monitor, scoreb…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module4/CHECKLIST.md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./scripts/module4.sh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SPI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