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docs/MODULE5.md — read guides before running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module5/examples/examples/spi_baseline/README.md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module5/examples/examples/spi_baseline/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5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SPI — Protocol + RTL + Basic Testbench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SPI mode 0: SCLK idle low; capture on rising edge;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change on falling edge; CS_N active low for fram…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RTL block architecture: `clk_div` + `spi_master`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hierarchy, FSM, and Mode 0 timing on the wire.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Baseline verification: Directed stimulus,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`done`-based checks, and optional waveform review (8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SCLK…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Path to Module 6: Same DUT, UVM agent with bus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monitor on SCLK/MOSI/CS_N.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Modules 1–4 (spec→RTL, UVM, UART baseline, UART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UVM).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Verilator, Make, C++ compiler. No UVM required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spi_baseline.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Understand the SPI protocol (mode 0, signals), translate it to RTL (SPI master, clk_div), and verify with a **basic** (non-UVM) directed te…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5 is the second **protocol** module (after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UART):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How to learn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Suggested learning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 the detailed SPI learning guide: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SPI_LEARNING_GUIDE.md — what SPI is, what kind of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protocol (s…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 the protocols + UVM overview: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LEARNING_GUIDE_PROTOCOLS_AND_UVM.md — Part B § 4.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When to Use Ba…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RTL / block architecture</a:t>
            </a:r>
          </a:p>
        </p:txBody>
      </p:sp>
      <p:pic>
        <p:nvPicPr>
          <p:cNvPr id="3" name="Picture 2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5: DUT / block hierarchy (see module5/examples/).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Verification environment architecture</a:t>
            </a:r>
          </a:p>
        </p:txBody>
      </p:sp>
      <p:pic>
        <p:nvPicPr>
          <p:cNvPr id="3" name="Picture 2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5: UVM layers, agents, and checkers for this phase.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Block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top_spi_baseline → `clk_div` + `spi_master`; C++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supplies `clk`/`rst_n`.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SPI master RTL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clk_div: `clk_div_tick` every `DIVIDER` clocks.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spi_master: Mode 0; `cs_n` frames; MSB-first 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`mosi`; `done` when complete.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Outputs: `sclk` (idle low), `mosi`, `cs_n` — no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`miso` in baseline.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Mode 0 timing on the wire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Capture on rising SCLK; change MOSI on falling SCLK;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8 edges per byte.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Testing and closure flow</a:t>
            </a:r>
          </a:p>
        </p:txBody>
      </p:sp>
      <p:pic>
        <p:nvPicPr>
          <p:cNvPr id="3" name="Picture 2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5: how tests, checks, and metrics close verification goals.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Baseline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Confirm Mode 0 serialization before SPI UVM (Module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6).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Directed test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Pulse `start` + `data_in` (0x55, 0xAA);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`wait(done)`; read `[PASS]` messages.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Waveform learning (optional)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Count 8 SCLK cycles per frame; verify MSB-first bit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order on MOSI.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Defer MISO, multi-slave CS, and random data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Module 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SPI Protocol (Mode 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Signals: sclk (serial clock), mosi (master out,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slave in), cs_n (active-low chip select). Optional:…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Mode 0 (CPOL=0, CPHA=0): SCLK idles low; data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captured on rising edge; data changed on falling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edge.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Timing: One bit per clk_div_tick; clk_div_tick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derived from system clock via divider (e.g.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DIVIDER=…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Hands-on testbench (spi_baseline)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Directed test in `top_spi_baseline.sv`: `start`,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`data_in`, `wait(done)`.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Pass: `[PASS]` lines and `SPI baseline test PASS`.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5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./scripts/module5.sh --help</a:t>
            </a:r>
          </a:p>
        </p:txBody>
      </p:sp>
      <p:pic>
        <p:nvPicPr>
          <p:cNvPr id="4" name="Picture 3" descr="module5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 scaffold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./scripts/module5.sh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1: SPI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`dut/`: `spi_master.v`, `clk_div.v`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`top_spi_baseline.sv`: Top with clk_div, spi_master;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directed stimulus and checks in initial blocks.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`sim_main.cpp`: C++ harness (clock, reset);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simulation runs until `$finish`.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SPI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./scripts/module5.sh --run</a:t>
            </a:r>
          </a:p>
        </p:txBody>
      </p:sp>
      <p:pic>
        <p:nvPicPr>
          <p:cNvPr id="4" name="Picture 3" descr="spi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Describe SPI mode 0 and the role of sclk, mosi,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cs_n, clk_div_tick.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Explain the role of spi_master and clk_div.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the spi_baseline example and interpret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directed test.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Ready for Module 6: SPI UVM+SV verification.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spi_baseline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Trace one transfer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Mode 0 timing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Optional: Waveforms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describe SPI mode 0 (idle low, capture 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rising, change on falling) and signals sclk, mosi,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cs…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explain the role of spi_master and clk_div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the RTL.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run spi_baseline and interpret the directed test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result.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Ready for Module 6: SPI UVM+SV verification.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 the SPI protocol (mode 0, signals),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translate it to RTL (SPI master, clk_div),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module5/CHECKLIST.md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module5/EXAMPLES.md and run each lab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SPI UVM+SV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