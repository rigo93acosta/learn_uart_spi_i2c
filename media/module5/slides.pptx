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module5/examples/spi_baseline/README.md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module5/examples/spi_baseline/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SPI — Protocol + RTL + Basic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mode 0: SCLK idle low; capture on rising edge;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change on falling edge; CS_N active low for fram…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sclk, mosi, cs_n; clk_div_tick for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(no MISO in this baseline).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 architecture: spi_master (start, data_in → sclk,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mosi, cs_n, done); clk_div (divider → clk_div_…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TB: Directed transfers (e.g. 0x55, 0xAA); wait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done; no UVM.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1–4 (spec→RTL, UVM, UART baseline,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Verilator, Make, C++ compiler. No UVM required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spi_baseline.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the SPI protocol (mode 0, signals), translate it to RTL (SPI master, clk_div), and verify with a **basic** (non-UVM) directed te…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5 is the second **protocol** module (after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UART):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SPI Protocol (Mode 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sclk (serial clock), mosi (master out,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slave in), cs_n (active-low chip select). Optional:…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 0 (CPOL=0, CPHA=0): SCLK idles low;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captured on rising edge; data changed on falling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edge.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One bit per clk_div_tick; clk_div_tick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derived from system clock via divider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DIVIDER=…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RTL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clk_div: Divides clk; outputs clk_div_tick one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every DIVIDER cycles.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spi_master: On start, loads data_in into shift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register; asserts cs_n low; toggles sclk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clk_div_…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test: Reset release; start=1, data_in=0x55;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 for done; repeat for 0xAA; $finish. Imple…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--check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SPI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`dut/`: `spi_master.v`, `clk_div.v`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`top_spi_baseline.sv`: Top with clk_div, spi_master;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directed stimulus and checks in initial blocks.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`sim_main.cpp`: C++ harness (clock, reset);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runs until `$finish`.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SPI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--run</a:t>
            </a:r>
          </a:p>
        </p:txBody>
      </p:sp>
      <p:pic>
        <p:nvPicPr>
          <p:cNvPr id="4" name="Picture 3" descr="ex01_spi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spi_baseline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 one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 0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SPI mode 0 (idle low, capture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rising, change on falling) and signals sclk, mosi,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the role of spi_master and clk_div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RTL.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spi_baseline and interpret the directed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for Module 6: SPI UVM+SV 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the SPI protocol (mode 0, signals),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translate it to RTL (SPI master, clk_div),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./scripts/module5.sh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SPI UVM+SV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