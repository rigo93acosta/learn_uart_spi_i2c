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docs/MODULE1.md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module1/examples/examples/spec_to_rtl/README.md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module1/examples/examples/spec_to_rtl/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Design &amp; Verification Methodology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Spec-to-RTL flow: From SPEC.md (or equivalent)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synthesizable Verilog/SystemVerilog.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verify: The cost of bugs, and how directed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(and later UVM) reduce risk.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Minimal toolchain: Verilator + Make + C++ harness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RTL simulation (no UVM in this module).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Linux/macOS/WSL2 with a terminal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(5.x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GNU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compiler (GCC or Clang)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specification → RTL design flow, design methodology, and why we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establishes the **design and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mindset** you will use for UART, SPI, and I²C in…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UNDERSTANDING_THE_SPEC.md — how to 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behavior, and timing in a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SPEC_TO_RTL_GUIDE.md — mapping spec sections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structure.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Design Architecture and Verification sections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below, then run the spec_to_rtl example.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requirement in SPEC.md to a line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`dut/counter.v` and to a check in `sim_main.cpp`.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DUT / block hierarchy (see module1/examples/).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Artifact flow (spec_to_rtl)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SPEC.md → requirements in plain language (interface,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behavior, timing).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dut/counter.v → synthesizable RTL implementing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top.v → wrapper connecting DUT pins to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harness.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 → clock, reset, stimulus, and result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checking outside RTL.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Counter DUT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8-bit up-counter: increments when `enable` is high;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holds when disabled.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Reset: synchronous active-low `rst_n` clears `count`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zero.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Ports: `clk`, `rst_n`, `enable`, `count[7:0]` — map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directly from the spec interface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harness attachment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generates `clk` and drives `rst_n` / `enable`;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reads `count` each cycle.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 testbench yet — you will add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structured TB/UVM in Module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What we verify in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behavior matches SPEC.md (reset, enable gating,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count progression).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scenario: release reset, enable for 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cycles, expect `count == N`.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Stimulus and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C++ toggles `enable` for a known number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cycles.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compare `count` to expected value; print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PASS/FAIL.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Traceability: each check should cite the spec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sentence it proves.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What is not covered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stimulus, functional coverage, scoreboards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2 (UVM) and protocol modules.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[UNDERSTANDING_THE_SPEC.md](../module1/UNDERSTAN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DING_THE_SPEC.md) and [SPEC_TO_RTL_GUIDE.md](..…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Specification → RTL Design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Specification: Document interface (ports, widths,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direction), behavior (reset, enable, state transi…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RTL: Implement the spec in Verilog/SystemVerilog;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each requirement in the spec should map to clear…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Traceability: Being able to point from a line in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to the RTL that implements it (and vice 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Design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block: One spec, one (or a few) RTL files,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one testbench.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Reuse: The same flow (spec → RTL → testbench) scales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protocol blocks (UART, SPI, I²C) in Modules…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Documentation: Keep SPEC.md (or similar) next to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so that reviewers and verification can che…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Intro to Verification: What We Verify,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we verify: That the RTL matches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specification (correct function, reset, enable,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boundaries…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we verify: Finding bugs in RTL is far cheaper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than finding them in silicon or in system integra…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A simple test that drives specific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inputs (e.g., reset, then 10 enabled cycles) and…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Environment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and run spec_to_rtl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cd module1/examples/spec_to_rtl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script (from repo root)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./scripts/module1.sh --check # Environment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--help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Spec-to-RTL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[examples/spec_to_rtl/WALKTHROUGH.md](examples/spec_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to_rtl/WALKTHROUGH.md) — Section-by-section rea…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Spec-to-RTL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module1/examples/spec_to_rtl &amp;&amp; make run</a:t>
            </a:r>
          </a:p>
        </p:txBody>
      </p:sp>
      <p:pic>
        <p:nvPicPr>
          <p:cNvPr id="4" name="Picture 3" descr="spec_to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specification → RTL flow and why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written spec matters.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what we verify (RTL vs spec) and why (cost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 bugs, repeatability).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spec_to_rtl example (make run) and relate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SPEC.md, counter.v, and sim_main.cpp.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 ready for Module 2: basic testbench patterns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UVM+SV (agents, sequences, drivers, monitors, 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spec and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and extend the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spec → RTL flow and the role of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written specification.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what we verify (RTL vs spec) and why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is done.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the spec_to_rtl example and describe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SPEC.md, counter.v, and sim_main.cpp do.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to move to Module 2 (basic TB, UVM+SV,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toolchain).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specification → RTL design flow,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design methodology, and why we verify.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module1/EXAMPLES.md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Design &amp; Verification Methodology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