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module1/examples/spec_to_rtl/README.md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module1/examples/spec_to_rtl/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Design &amp; Verification Methodology (Part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Spec-to-RTL flow: From SPEC.md (or equivalent)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synthesizable Verilog/SystemVerilog.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verify: The cost of bugs, and how directed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(and later UVM) reduce risk.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Minimal toolchain: Verilator + Make + C++ harness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RTL simulation (no UVM in this module).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Linux/macOS/WSL2 with a terminal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(5.x 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GNU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compiler (GCC or Clang)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the specification → RTL design flow, design methodology, and why we verify.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 establishes the **design and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mindset** you will use for UART, SPI, and I²C in…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Specification → RTL 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Specification: Document interface (ports, widths,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direction), behavior (reset, enable, state transi…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RTL: Implement the spec in Verilog/SystemVerilog;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each requirement in the spec should map to clear…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Traceability: Being able to point from a line in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 to the RTL that implements it (and vice v…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Design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block: One spec, one (or a few) RTL files,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one testbench.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Reuse: The same flow (spec → RTL → testbench) scales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protocol blocks (UART, SPI, I²C) in Modules…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Documentation: Keep SPEC.md (or similar) next to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 so that reviewers and verification can che…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Intro to Verification: What We Verify,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we verify: That the RTL matches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specification (correct function, reset, enable,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boundaries…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we verify: Finding bugs in RTL is far cheaper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than finding them in silicon or in system integra…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test: A simple test that drives 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inputs (e.g., reset, then 10 enabled cycles) and…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Environment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--version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Build and run spec_to_rtl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cd module1/examples/spec_to_rtl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script (from repo root)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./scripts/module1.sh --check # Environment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--check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Spec-to-RTL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[examples/spec_to_rtl/WALKTHROUGH.md](examples/spec_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to_rtl/WALKTHROUGH.md) — Section-by-section rea…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Spec-to-RTL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module1/examples/spec_to_rtl &amp;&amp; make run</a:t>
            </a:r>
          </a:p>
        </p:txBody>
      </p:sp>
      <p:pic>
        <p:nvPicPr>
          <p:cNvPr id="4" name="Picture 3" descr="ex01_spec_to_r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the spec and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and extend the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the spec → RTL flow and the role of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written specification.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what we verify (RTL vs spec) and why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is done.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the spec_to_rtl example and describe 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SPEC.md, counter.v, and sim_main.cpp do.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Ready to move to Module 2 (basic TB, UVM+SV,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toolchain).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the specification → RTL design flow,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design methodology, and why we verify.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./scripts/module1.sh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Design &amp; Verification Methodology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